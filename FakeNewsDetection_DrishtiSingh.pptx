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8E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E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4F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02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4F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4F8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Naive Bayes</c:v>
                  </c:pt>
                  <c:pt idx="1">
                    <c:v>Logistic Regression</c:v>
                  </c:pt>
                  <c:pt idx="2">
                    <c:v>Decision Tree</c:v>
                  </c:pt>
                  <c:pt idx="3">
                    <c:v>Random Forest</c:v>
                  </c:pt>
                  <c:pt idx="4">
                    <c:v>SVM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95.89</c:v>
                </c:pt>
                <c:pt idx="1">
                  <c:v>99.69</c:v>
                </c:pt>
                <c:pt idx="2">
                  <c:v>99.79</c:v>
                </c:pt>
                <c:pt idx="3">
                  <c:v>98.65</c:v>
                </c:pt>
                <c:pt idx="4">
                  <c:v>99.65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📰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NLP · Flask Web Application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DRISHTI SINGH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1737360" cy="914400"/>
          </a:xfrm>
          <a:prstGeom prst="rect">
            <a:avLst/>
          </a:prstGeom>
          <a:solidFill>
            <a:srgbClr val="1B2D45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44,898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4074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3931920"/>
            <a:ext cx="1737360" cy="914400"/>
          </a:xfrm>
          <a:prstGeom prst="rect">
            <a:avLst/>
          </a:prstGeom>
          <a:solidFill>
            <a:srgbClr val="1B2D45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44074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931920"/>
            <a:ext cx="1737360" cy="914400"/>
          </a:xfrm>
          <a:prstGeom prst="rect">
            <a:avLst/>
          </a:prstGeom>
          <a:solidFill>
            <a:srgbClr val="1B2D45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99.79%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44074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3931920"/>
            <a:ext cx="1737360" cy="914400"/>
          </a:xfrm>
          <a:prstGeom prst="rect">
            <a:avLst/>
          </a:prstGeom>
          <a:solidFill>
            <a:srgbClr val="1B2D45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0" y="44074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spreads faster than truth in the digital 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influences elections, public health, and social trust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175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 is slow — AI can detect patterns at scale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947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7947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Build a model that classifies news as FAKE or REAL with high accuracy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Singh  ·  Fake News Detection Project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Fake and Real News Dataset (Clément Bisaillon)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13716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44,898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Articles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325880"/>
            <a:ext cx="1920240" cy="1371600"/>
          </a:xfrm>
          <a:prstGeom prst="rect">
            <a:avLst/>
          </a:prstGeom>
          <a:solidFill>
            <a:srgbClr val="B22020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23,481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1460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1920240" cy="13716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21,417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1325880"/>
            <a:ext cx="1920240" cy="13716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1228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Columns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37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11680" y="33375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title + article body (cleaned)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77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11680" y="39776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 or  real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Singh  ·  Fake News Detection Project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to lowercase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URLs (http/www)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688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4688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HTML tags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632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0632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special characters &amp; numbers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576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6576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extra whitespace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1280160"/>
            <a:ext cx="4023360" cy="137160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CountVectorizer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54880" y="18288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into numerical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word-count feature vectors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ML models can process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834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 →  Numbers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754880" y="3337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"fake election results" → [0, 1, 0, 1, 2, 0...]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 +  20% Testing  (random_state=42)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Singh  ·  Fake News Detection Project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73152" cy="685800"/>
          </a:xfrm>
          <a:prstGeom prst="rect">
            <a:avLst/>
          </a:prstGeom>
          <a:solidFill>
            <a:srgbClr val="1A4F8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229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822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MultinomialNB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94960" y="8229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probabilistic classifier — great baseline for 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27632"/>
            <a:ext cx="73152" cy="685800"/>
          </a:xfrm>
          <a:prstGeom prst="rect">
            <a:avLst/>
          </a:prstGeom>
          <a:solidFill>
            <a:srgbClr val="1A4F8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2763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16276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LogisticRegression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62763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— strong for binary text classification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32304"/>
            <a:ext cx="73152" cy="685800"/>
          </a:xfrm>
          <a:prstGeom prst="rect">
            <a:avLst/>
          </a:prstGeom>
          <a:solidFill>
            <a:srgbClr val="1A4F8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32304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243230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DecisionTreeClassifier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2432304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splits — interpretable &amp; powerful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36976"/>
            <a:ext cx="73152" cy="685800"/>
          </a:xfrm>
          <a:prstGeom prst="rect">
            <a:avLst/>
          </a:prstGeom>
          <a:solidFill>
            <a:srgbClr val="1A4F8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36976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34640" y="323697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RandomForestClassifier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3236976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 — reduces overfitting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41648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041648"/>
            <a:ext cx="73152" cy="685800"/>
          </a:xfrm>
          <a:prstGeom prst="rect">
            <a:avLst/>
          </a:prstGeom>
          <a:solidFill>
            <a:srgbClr val="1A4F8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04164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34640" y="404164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LinearSVC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404164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Maximum-margin classifier — high-performance on text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Singh  ·  Fake News Detection 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RESULTS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822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43600" y="1325880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325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0" y="1325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95.89%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0" y="1984248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19842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80960" y="198424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99.69%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0" y="2642616"/>
            <a:ext cx="2834640" cy="548640"/>
          </a:xfrm>
          <a:prstGeom prst="rect">
            <a:avLst/>
          </a:prstGeom>
          <a:solidFill>
            <a:srgbClr val="0D1B2A"/>
          </a:solidFill>
          <a:ln w="25400">
            <a:solidFill>
              <a:srgbClr val="E8A0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264261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80960" y="264261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99.79%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41080" y="264261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943600" y="3300984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33009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80960" y="330098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98.65%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43600" y="3959352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0" y="39593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680960" y="395935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99.65%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Singh  ·  Fake News Detection 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 — DECISION TREE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DecisionTreeClassifier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sklearn.tree  ·  random_state=42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828800" cy="1097280"/>
          </a:xfrm>
          <a:prstGeom prst="rect">
            <a:avLst/>
          </a:prstGeom>
          <a:solidFill>
            <a:srgbClr val="1B2D45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99.79%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783080"/>
            <a:ext cx="1828800" cy="1097280"/>
          </a:xfrm>
          <a:prstGeom prst="rect">
            <a:avLst/>
          </a:prstGeom>
          <a:solidFill>
            <a:srgbClr val="1B2D45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783080"/>
            <a:ext cx="1828800" cy="1097280"/>
          </a:xfrm>
          <a:prstGeom prst="rect">
            <a:avLst/>
          </a:prstGeom>
          <a:solidFill>
            <a:srgbClr val="1B2D45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783080"/>
            <a:ext cx="1828800" cy="1097280"/>
          </a:xfrm>
          <a:prstGeom prst="rect">
            <a:avLst/>
          </a:prstGeom>
          <a:solidFill>
            <a:srgbClr val="1B2D45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Decision Trees Work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a series of if/else rules from word frequencies. </a:t>
            </a:r>
            <a:pPr indent="0" marL="0">
              <a:buNone/>
            </a:pPr>
            <a:r>
              <a:rPr lang="en-US" sz="1300" i="1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if 'aliens' appears &gt; 0 times AND 'reuters' = 0 → predict FAKE.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saved as  model.pkl  and  vectorizer.pkl  using Python pickle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— THE VERITAS GAZETTE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Application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newspaper aesthetic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23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 any news article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71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or REAL verdict + stamp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20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3520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with input form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6908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69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/predict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runs ML prediction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804672"/>
            <a:ext cx="4023360" cy="4069080"/>
          </a:xfrm>
          <a:prstGeom prst="rect">
            <a:avLst/>
          </a:prstGeom>
          <a:solidFill>
            <a:srgbClr val="FAF7F2"/>
          </a:solidFill>
          <a:ln w="12700">
            <a:solidFill>
              <a:srgbClr val="C8BF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804672"/>
            <a:ext cx="402336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8046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Veritas Gazette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12618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"Truth, Unvarnished — Fabrication, Exposed"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1536192"/>
            <a:ext cx="3931920" cy="18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6276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Your Dispatch for Verification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2084832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1488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news article text here...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2944368"/>
            <a:ext cx="146304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9443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 FOR VERDICT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846320" y="3401568"/>
            <a:ext cx="38404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4564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4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NEWS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78040" y="3493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4D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Verified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 with verified reporting standards.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Singh  ·  Fake News Detection Project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73152" cy="1143000"/>
          </a:xfrm>
          <a:prstGeom prst="rect">
            <a:avLst/>
          </a:prstGeom>
          <a:solidFill>
            <a:srgbClr val="1A4F8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6868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99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868680"/>
            <a:ext cx="73152" cy="11430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86868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0" y="1005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1399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 &amp; manipulation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194560"/>
            <a:ext cx="73152" cy="1143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19456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2331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7249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models, vectorization, evaluation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19456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194560"/>
            <a:ext cx="73152" cy="1143000"/>
          </a:xfrm>
          <a:prstGeom prst="rect">
            <a:avLst/>
          </a:prstGeom>
          <a:solidFill>
            <a:srgbClr val="B22020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19456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🌶️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69280" y="2331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27249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 for serving predictions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20440"/>
            <a:ext cx="73152" cy="11430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52044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88720" y="3657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0507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&amp; loading trained model files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5204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520440"/>
            <a:ext cx="73152" cy="114300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52044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🗞️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69280" y="3657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69280" y="40507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newspaper frontend (Veritas Gazette)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Singh  ·  Fake News Detection 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234440" cy="1234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27048" y="1463040"/>
            <a:ext cx="182880" cy="1371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2331720"/>
            <a:ext cx="1234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3317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44,898 articles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914400"/>
            <a:ext cx="1234440" cy="1234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9601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37360" y="1463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90088" y="1463040"/>
            <a:ext cx="182880" cy="1371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2331720"/>
            <a:ext cx="1234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23317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remove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HTML, symbols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914400"/>
            <a:ext cx="1234440" cy="1234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9601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00400" y="1463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53128" y="1463040"/>
            <a:ext cx="182880" cy="1371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2331720"/>
            <a:ext cx="1234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3317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CountVectorizer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numbers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1234440" cy="1234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9601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663440" y="1463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16168" y="1463040"/>
            <a:ext cx="182880" cy="1371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2331720"/>
            <a:ext cx="1234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3317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 algorithms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&amp; compared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914400"/>
            <a:ext cx="1234440" cy="1234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9601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126480" y="1463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79208" y="1463040"/>
            <a:ext cx="182880" cy="1371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2" name="Shape 30"/>
          <p:cNvSpPr/>
          <p:nvPr/>
        </p:nvSpPr>
        <p:spPr>
          <a:xfrm>
            <a:off x="6126480" y="2331720"/>
            <a:ext cx="1234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3317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99.79% accuracy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89520" y="914400"/>
            <a:ext cx="1234440" cy="1234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7589520" y="9601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589520" y="1463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89520" y="2331720"/>
            <a:ext cx="1234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23317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retro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 UI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65760" y="3703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dataset.csv   ·   train_model.py   ·   model.pkl   ·   vectorizer.pkl   ·   app.py   ·   templates/index.html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Singh  ·  Fake News Detection Project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LEARNINGS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6576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20040" cy="3200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detect fake news with up to 99.79% 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20040" cy="3200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vectorization is key — transforming words into numbers enables ML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models have different strengths — comparison is essential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20040" cy="3200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end-to-end pipeline: data → train → evaluate → deploy as web app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320040" cy="3200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datasets with thousands of records massively improve results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8229600" cy="3657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4622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DRISHTI SINGH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 - Project Presentation</dc:title>
  <dc:subject>PptxGenJS Presentation</dc:subject>
  <dc:creator>Drishti Singh</dc:creator>
  <cp:lastModifiedBy>Drishti Singh</cp:lastModifiedBy>
  <cp:revision>1</cp:revision>
  <dcterms:created xsi:type="dcterms:W3CDTF">2026-06-05T20:18:32Z</dcterms:created>
  <dcterms:modified xsi:type="dcterms:W3CDTF">2026-06-05T20:18:32Z</dcterms:modified>
</cp:coreProperties>
</file>